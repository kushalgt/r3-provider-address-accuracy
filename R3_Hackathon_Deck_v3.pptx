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67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931920"/>
          </a:xfrm>
          <a:prstGeom prst="ellipse">
            <a:avLst/>
          </a:prstGeom>
          <a:solidFill>
            <a:srgbClr val="0B3A8B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2651760" cy="2651760"/>
          </a:xfrm>
          <a:prstGeom prst="ellipse">
            <a:avLst/>
          </a:prstGeom>
          <a:solidFill>
            <a:srgbClr val="1D4ED8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246888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1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737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Last Mile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R3 Accuracy Gap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 Hackathon  |  Provider Data Accuracy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384048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42976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Omkar Kushwaha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Kalyan K.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Kushal Gupta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4480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92240" y="4626864"/>
            <a:ext cx="118872" cy="1188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5577840"/>
            <a:ext cx="5943600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R3 Accuracy Gap — Problem Space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R3 is right ~75% of the time. The remaining ~25% is where the value sits.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2299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R3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Calling-QC ground truth across all attributes.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12110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22930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03550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03550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Records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49270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says one thing; the phone call says another. This is the gap.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12741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23560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04181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04181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Validates R3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49901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QC agrees with R3 — the internet is fooled the same way R3 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3371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24190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04811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1–1.5%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04811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Improvement Cap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50531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claims-data attempts only moved the needle by this much.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14002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224821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05442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05442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Robocall Cost Asymmetry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51162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Robocall ($0.50/success) vs an R3 call ($0.035) — costs add up fast.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611880"/>
            <a:ext cx="11338560" cy="411480"/>
          </a:xfrm>
          <a:prstGeom prst="roundRect">
            <a:avLst>
              <a:gd name="adj" fmla="val 13333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6118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1,973 conclusive records in our hackathon dataset (520 inconclusive on either side excluded):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8680" y="425196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51560" y="44348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~62%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2971800" y="4526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Was Right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971800" y="5120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1,232 records  |  R3 verdict matched Calling-QC ground truth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425196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46520" y="44348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</a:t>
            </a:r>
            <a:endParaRPr lang="en-US" sz="5600" dirty="0"/>
          </a:p>
        </p:txBody>
      </p:sp>
      <p:sp>
        <p:nvSpPr>
          <p:cNvPr id="39" name="Text 37"/>
          <p:cNvSpPr/>
          <p:nvPr/>
        </p:nvSpPr>
        <p:spPr>
          <a:xfrm>
            <a:off x="8366760" y="4526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Disagreed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366760" y="5120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741 records  |  R3 verdict differed from Calling-QC — our target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3A8B">
              <a:alpha val="50000"/>
            </a:srgbClr>
          </a:solidFill>
          <a:ln w="12700">
            <a:solidFill>
              <a:srgbClr val="0B3A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why, and how often R3 fails — straight from the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#1 — Where the Gap Lives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2,493 records, 520 are inconclusive on either side. The remaining 1,973 are our training universe.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vs Calling-QC on the 1,973 conclusive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3086100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63340" y="2194560"/>
            <a:ext cx="1851660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3086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63340" y="2194560"/>
            <a:ext cx="1851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234440" y="374904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6304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right (1,232)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3749040"/>
            <a:ext cx="182880" cy="1828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wrong (741) ← target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66344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exclude inconclusive?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records are INCONCLUSIVE from R3 or from the call. The disagreement label is undefined for them, so they cannot train the model. We re-introduce them at deploy time.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09728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12801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1,973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8275320" y="1371600"/>
            <a:ext cx="0" cy="100584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58200" y="1280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Conclusive records (training universe)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83464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6520" y="30175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741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8275320" y="3108960"/>
            <a:ext cx="0" cy="100584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58200" y="3017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where R3 disagrees with the call — our target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457200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46520" y="4754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1,232</a:t>
            </a:r>
            <a:endParaRPr lang="en-US" sz="3800" dirty="0"/>
          </a:p>
        </p:txBody>
      </p:sp>
      <p:sp>
        <p:nvSpPr>
          <p:cNvPr id="29" name="Shape 27"/>
          <p:cNvSpPr/>
          <p:nvPr/>
        </p:nvSpPr>
        <p:spPr>
          <a:xfrm>
            <a:off x="8275320" y="4846320"/>
            <a:ext cx="0" cy="100584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5820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where R3 is correct — must be protected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#2 — The R3 Confidence Paradox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R3's confidence is highest, R3 is wrong most of the time. Confidence ≠ correctness.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85216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on the right plots R3's score against its actual error rate.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017520" y="2011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with R3 score ≥ 90 are actually wrong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is a web-evidence engine. When the web speaks loudly, R3 is loud back.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when a provider moves and websites haven't updated, the same loud web evidence just confirms the old, wrong address.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"Aggregator Echo Chamber" — Healthgrades, WebMD and the org site all repeat each other.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we cannot trust R3's score alone. We need an external signal — claims data — to break the echo.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0" y="1097280"/>
            <a:ext cx="534924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/home/claude/chart_assets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1234440"/>
            <a:ext cx="5074920" cy="4754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#3 — Geography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states are systematically harder for R3 to validate. Three stand out.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hart_assets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234440"/>
            <a:ext cx="5486400" cy="4846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09728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55080" y="1097280"/>
            <a:ext cx="5440680" cy="502920"/>
          </a:xfrm>
          <a:prstGeom prst="roundRect">
            <a:avLst>
              <a:gd name="adj" fmla="val 18182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55080" y="10972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states identified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37960" y="18745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20840" y="19659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72668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2668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error rate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4400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sample, but error rate dwarfs the national avg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37960" y="30175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20840" y="31089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772668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error rate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44000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Detroit metro: complex multi-suite practices and stale directories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37960" y="41605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720840" y="42519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772668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72668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error rate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144000" y="4251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provider mobility across the NY/NJ/PA tri-state area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37960" y="5349240"/>
            <a:ext cx="5074920" cy="594360"/>
          </a:xfrm>
          <a:prstGeom prst="roundRect">
            <a:avLst>
              <a:gd name="adj" fmla="val 9231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37960" y="534924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 use this as a feature: feat_state_high_risk = 1 if state ∈ {AL, MI, NJ}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#4 — The Ultimate Override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claims contradict R3 AND web evidence is silent, R3 fails 74% of the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 we found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leans on the web. But the web is slow to update. When a provider moves and keeps billing, R3 sees old web data and confidently says ACCURATE.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baseline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127248"/>
            <a:ext cx="489204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3127248"/>
            <a:ext cx="122301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63090" y="31272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mismatch (alone)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087368"/>
            <a:ext cx="489204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4087368"/>
            <a:ext cx="2152498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92578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7548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mismatch + empty Web QC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5047488"/>
            <a:ext cx="489204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5047488"/>
            <a:ext cx="362011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60190" y="5047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557784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55778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Drives Rule INACC #4 (force INACCURATE)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097280"/>
            <a:ext cx="553212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/home/claude/chart_assets/image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234440"/>
            <a:ext cx="5349240" cy="4846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#5 — Rescuing False Negatives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R3 says INACCURATE but claims corroborate the address, R3 is wrong half the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half of the gap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doesn't just over-trust. Sometimes it over-rejects — flagging valid addresses as INACCURATE because it couldn't find enough web evidence.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says INACCURATE — what's the actual error rate?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claims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489204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1223010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63090" y="3474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corroborate the address (same street + ZIP)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251960"/>
            <a:ext cx="4892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4251960"/>
            <a:ext cx="24460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86100" y="42519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93776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time R3 says "remove this record," active billing proves R3 is wrong.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Drives Rule ACC #1 and #2 — force ACCURATE when claims confirm the address recently.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097280"/>
            <a:ext cx="553212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chart_assets/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234440"/>
            <a:ext cx="5349240" cy="4846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A Five-Stage Validation Pipeline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provider records to a final verdict — rules first, ML second, robocall last.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R3 evidence, claims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2888" y="2212848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88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80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80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80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features in 4 groups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18888" y="2212848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74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Models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66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+ Conclusivity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04888" y="2212848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60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52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thresholds + triage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90888" y="2212848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46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38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38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38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queue, evidence trail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33756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3375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(Discovery)  ·  Track 2 (Signal Engineering)  ·  Track 3 (Robocall Triage)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" y="44348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" y="4663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+13–17 pp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77240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Net Accuracy Lift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43400" y="44348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34840" y="4663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4526280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Records Sent to Calling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92440" y="44348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183880" y="4663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8275320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Zone-1 Protection (R3 Was Right)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3A8B">
              <a:alpha val="50000"/>
            </a:srgbClr>
          </a:solidFill>
          <a:ln w="12700">
            <a:solidFill>
              <a:srgbClr val="0B3A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When R3 Is Wrong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specialised ML models, trained on EDA-driven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Group A: Risk Priors &amp; Human Signals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EDA, encoded as features the model can reason about.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51560" cy="10515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7452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feat_state_high_risk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Risk Prior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965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strict suspicion penalty to historically messy states (AL, MI, NJ).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28016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regional failure rates without memorizing specific ZIP codes — prevents overfitting.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051560" cy="10515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87452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feat_web_comment_empty_or_zero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Anomaly Signal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3703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manual Web QC agent behavior — does the human leave the comment field empty?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86600" y="301752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Web QC + claims mismatch was the strongest single predictor at 74% R3 wrong rate.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4846320"/>
            <a:ext cx="1051560" cy="10515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846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87452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feat_r3_score_numeric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7452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Paradox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74520" y="5440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R3's own confidence score as a feature, with full awareness it inverts at the high end.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86600" y="475488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23760" y="4846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5120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model learn the U-shape: very high R3 scores are just as risky as very low ones.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Group B: Claims-Derived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billing data is the ultimate defensive shield against stale web directories.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51560" cy="10515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7452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feat_claims_n  /  feat_claims_has_any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Existence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965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 billed, plus a binary flag for any billing activity at 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28016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financial billing &gt; stale web directories.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051560" cy="10515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87452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feat_claims_days_since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7452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Matters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3703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exact days since the last billed claim.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86600" y="301752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model from trusting massive but outdated claims volume.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4846320"/>
            <a:ext cx="1051560" cy="10515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846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87452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feat_claims_distinct_orgs  /  feat_claims_distinct_addrs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7452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Roving Provider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74520" y="5440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spread of a provider's billing footprint across orgs and addresses.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86600" y="475488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23760" y="4846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5120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hospitalists rotating across clinics — R3 can't reliably pick a primary location.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Group C: Echo Chamber &amp; Override Signals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humans agree with R3 too much, that itself is suspicious.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00" cy="594360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Echo Chamber Trap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097280" cy="10972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965960" y="2103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feat_r3_equal_to_manual_address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5146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human web researchers found the exact same address as R3.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human agreement actually INCREASES the probability of R3 failure. Both parties are being fooled by the same stale directories.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5486400" cy="594360"/>
          </a:xfrm>
          <a:prstGeom prst="roundRect">
            <a:avLst>
              <a:gd name="adj" fmla="val 1538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234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Human Override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2057400"/>
            <a:ext cx="1097280" cy="10972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726680" y="2103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feat_web_says_not_found_and_not_empty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26680" y="25146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NLP extraction of human ground truth from QC comment field.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38328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88620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explicit "NOT FOUND" keywords in comments. Forces an override — strongest authoritative signal we have.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Ruthless Feature Pruning — Signal vs Noise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removed every zero-correlation feature. The final model is leaner, faster, and harder to fool.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658368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hart_assets/image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234440"/>
            <a:ext cx="6400800" cy="4846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097280"/>
            <a:ext cx="4617720" cy="50749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178040" y="1097280"/>
            <a:ext cx="4617720" cy="502920"/>
          </a:xfrm>
          <a:prstGeom prst="roundRect">
            <a:avLst>
              <a:gd name="adj" fmla="val 18182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78040" y="10972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cut zero-correlation features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60920" y="17830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Discovery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0920" y="20574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Sweetviz revealed several engineered features had exactly 0.00 correlation with R3 failures.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60920" y="27889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"Dead" Features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43800" y="30632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NPI Deactivated  →  0.00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NPI Changed  →  0.00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in Org (PIO)  →  0.00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60920" y="41605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of Noise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0920" y="443484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(LightGBM, XGBoost) will memorize random anomalies in noise features, destroying real-world generalization.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60920" y="534924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60920" y="53492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Pruned all zero-signal features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Disagreement Risk Scorer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everything we know before calling, how likely is R3's verdict to be wrong?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85216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(5-fold CV)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±0.019 — stable, not overfitting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9936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9936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9936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508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precision on positive class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1292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1292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1292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5864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0.153 → 0.137 via calibration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F1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9936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9936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9936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4508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 / recall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1292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1292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31292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5864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isotonically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" y="50292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5120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 mean the threshold 0.330 is meaningful — and the same threshold works across folds.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1097280"/>
            <a:ext cx="5349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46520" y="1097280"/>
            <a:ext cx="5349240" cy="502920"/>
          </a:xfrm>
          <a:prstGeom prst="roundRect">
            <a:avLst>
              <a:gd name="adj" fmla="val 18182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10972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analysis at threshold 0.330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187452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0840" y="1965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 —  R3 was correct (PROTECT)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2331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1,232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91.3% 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Falsely flagged</a:t>
            </a: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107 records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29400" y="38404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20840" y="3931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 —  R3 was wrong (CATCH)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20840" y="429768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741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62.3%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caught</a:t>
            </a: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462 records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29400" y="5760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is at 91.3% — short of our 95% target. We close the gap with hard veto rules in slide 24.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What It Learned (SHAP Feature Importance)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focusing on Claims and Risk Priors, the model reasons rather than guesses.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hart_assets/image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88720"/>
            <a:ext cx="548640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097280"/>
            <a:ext cx="553212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chart_assets/image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5080" y="1188720"/>
            <a:ext cx="5349240" cy="4937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6263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 (mean |SHAP|)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63640" y="626364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Per-record SHAP values (red = pushes toward R3 wrong)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Triage Quality: How Well Does It Rank?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send the top N records to robocalling, how many actually have R3 wrong?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937760" cy="507492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ranking matters more than raw 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30% call budget, we don't need every prediction to be right — we need the top-ranked records to actually be R3 failures.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9436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the top 200 records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below rank 200 is guaranteed to be a real R3 failure.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rank 200 and 450, &gt; 90% chance of being a real failure.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capture 54.8% of all R3 failures within the 30% budget.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1097280"/>
            <a:ext cx="62636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32120" y="1097280"/>
            <a:ext cx="6263640" cy="4114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32120" y="1097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called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1097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66760" y="1097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failures caught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1508760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23560" y="150876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1508760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0880" y="150876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66760" y="1508760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58200" y="150876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0" y="1508760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75520" y="1508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2075688"/>
            <a:ext cx="1417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23560" y="207568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2075688"/>
            <a:ext cx="1417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40880" y="207568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66760" y="2075688"/>
            <a:ext cx="1417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58200" y="207568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84080" y="2075688"/>
            <a:ext cx="2011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75520" y="2075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32120" y="2642616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23560" y="264261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49440" y="2642616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040880" y="264261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66760" y="2642616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58200" y="264261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784080" y="264261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875520" y="26426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32120" y="3209544"/>
            <a:ext cx="1417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23560" y="320954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49440" y="3209544"/>
            <a:ext cx="1417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040880" y="320954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66760" y="3209544"/>
            <a:ext cx="1417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458200" y="320954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40.2%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784080" y="3209544"/>
            <a:ext cx="2011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875520" y="32095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32120" y="3776472"/>
            <a:ext cx="1417320" cy="566928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623560" y="37764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450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949440" y="3776472"/>
            <a:ext cx="1417320" cy="566928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040880" y="37764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366760" y="3776472"/>
            <a:ext cx="1417320" cy="566928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458200" y="37764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784080" y="3776472"/>
            <a:ext cx="2011680" cy="566928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875520" y="37764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532120" y="4343400"/>
            <a:ext cx="1417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23560" y="4343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600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49440" y="4343400"/>
            <a:ext cx="1417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040880" y="4343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366760" y="4343400"/>
            <a:ext cx="1417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458200" y="4343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784080" y="4343400"/>
            <a:ext cx="20116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875520" y="43434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532120" y="4910328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623560" y="49103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800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949440" y="4910328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040880" y="49103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366760" y="4910328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458200" y="49103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784080" y="491032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875520" y="4910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715000" y="5614416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Our 450-call budget cap (90.2% precision)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Call Conclusivity Predictor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R3 is wrong, will a robocall to this provider yield a usable verdict? A wasted call is $0.50.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85216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(5-fold CV)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±0.011 — very high, very stable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9936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9936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9936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508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precision on positives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1292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1292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1292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5864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 → 0.055 — already well calibrated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9936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9936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9936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4508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balance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1292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1292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31292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5864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max_depth=4, lambda_l2=1.0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" y="50292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5120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net accuracy: the model correctly identifies 9 in 10 calls that will yield a verdict.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1097280"/>
            <a:ext cx="5349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46520" y="1097280"/>
            <a:ext cx="5349240" cy="502920"/>
          </a:xfrm>
          <a:prstGeom prst="roundRect">
            <a:avLst>
              <a:gd name="adj" fmla="val 18182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10972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analysis at threshold 0.470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1828800"/>
            <a:ext cx="498348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0840" y="1874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Model B's zones differ — based on call outcome, not R3 outcome.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29400" y="278892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2084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 —  Call returned INCONCLUSIVE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32004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records  ·  hospital systems and unreachable specialties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29400" y="420624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20840" y="4297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 —  Call returned ACCURATE / INACCURATE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0840" y="4617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2,246 records  ·  most office-based providers in primary care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29400" y="5623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Model A, this lets us avoid burning $0.50 on unanswered hospital lines.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What It Learned (SHAP)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feat_low_claim_specialty dominates: clinical social workers, neuropsychologists, psychiatrists.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hart_assets/image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88720"/>
            <a:ext cx="548640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097280"/>
            <a:ext cx="553212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chart_assets/image1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5080" y="1188720"/>
            <a:ext cx="5349240" cy="4937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6263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 — feat_low_claim_specialty leads at SHAP 2.454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63640" y="626364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Per-record SHAP — red = pushes toward INCONCLUSIVE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3A8B">
              <a:alpha val="50000"/>
            </a:srgbClr>
          </a:solidFill>
          <a:ln w="12700">
            <a:solidFill>
              <a:srgbClr val="0B3A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Decision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models, applying rules, and assigning the final status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Models — One Decision per Record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priority buckets, two conclusive-rate passes — process in strict order until 30% budget is filled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658368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6583680" cy="50292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priority loops — buckets before scores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R3 = INCONCLUSIVE    →    P2 model uncertain    →    P3 likely R3 wrong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three providers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6035040" cy="6858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 = INCONCLUSIVE    p_conc 0.88    →    Bucket P1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2004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 CALL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886200"/>
            <a:ext cx="6035040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886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    p_conc 0.08    →    Hospital guard removes from pool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977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— hospital won't answer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4663440"/>
            <a:ext cx="6035040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4663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p_wrong 0.08    p_conc 0.92    →    Retain R3 (no bucket)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47548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4754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R3 — model agrees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55321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enters the queue at the top of P1. B has high R3-wrong risk too, but the hospital guard removes it before any bucket is checked. C never enters any bucket — its R3 is left alone.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78040" y="1097280"/>
            <a:ext cx="4617720" cy="50749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78040" y="1097280"/>
            <a:ext cx="4617720" cy="502920"/>
          </a:xfrm>
          <a:prstGeom prst="roundRect">
            <a:avLst>
              <a:gd name="adj" fmla="val 18182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78040" y="10972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reality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60920" y="2377440"/>
            <a:ext cx="42519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60920" y="17830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205740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(max 450 calls)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60920" y="3054096"/>
            <a:ext cx="42519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60920" y="245973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Conclusive rate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60920" y="273405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(fixed by spec)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60920" y="3730752"/>
            <a:ext cx="42519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60920" y="31363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verdicts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0920" y="341071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usable results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60920" y="4407408"/>
            <a:ext cx="42519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60920" y="38130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Priority-ranked precision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60920" y="4087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 across the P1/P2/P3 fill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360920" y="5084064"/>
            <a:ext cx="42519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60920" y="448970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correct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60920" y="476402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~162 / 180 verdicts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360920" y="5760720"/>
            <a:ext cx="42519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60920" y="51663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60920" y="544068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× $0.50 = $225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Priority Logic — Who Gets Called First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sequential priority loops within the call-conclusive band, then a fallback pass.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594360"/>
          </a:xfrm>
          <a:prstGeom prst="roundRect">
            <a:avLst>
              <a:gd name="adj" fmla="val 12308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filter:  Call Conclusive Probability  ≥  0.75    →    iterate descending  0.99 → 0.75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Engine = INCONCLUSIVE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97180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itself didn't commit a verdict — every conclusive call here is pure new information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exhausted OR 30% threshold reached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187452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51960" y="187452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0" y="19659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1874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INCONCLUSIVE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priority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297180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3246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p_r3_wrong  ∈  [0.14, 0.54]  — the model itself is uncertain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3484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exhausted OR 30% threshold reached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92440" y="187452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0B3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92440" y="187452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0B3A8B"/>
          </a:solidFill>
          <a:ln w="12700">
            <a:solidFill>
              <a:srgbClr val="0B3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19659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778240" y="1874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R3 Wrong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7532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priority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297180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DDEBF7"/>
          </a:solidFill>
          <a:ln w="6350">
            <a:solidFill>
              <a:srgbClr val="0B3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66760" y="3246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p_r3_wrong  ∈  [0.53, 0.75]  — model thinks R3 is wrong but isn't fully sure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7532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exhausted OR 30% threshold reached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491032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 must complete fully before the next begins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5321808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94360" y="5431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pass: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" y="570585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30% threshold not yet reached  →  lower call-conclusive cutoff  0.75 → 0.65  and repeat all three priorities in the same order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 — One Verdict per Record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exits the pipeline with one of four statuses.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532120" cy="24003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532120" cy="594360"/>
          </a:xfrm>
          <a:prstGeom prst="roundRect">
            <a:avLst>
              <a:gd name="adj" fmla="val 1538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1658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165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97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to Call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66360" y="126187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6360" y="1261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187452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1874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 within the 30% triage threshold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788920"/>
            <a:ext cx="5166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robocall queue. The call result will overwrite this status when it returns.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5532120" cy="24003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5532120" cy="594360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11658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165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1097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R3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972800" y="126187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0" y="1261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187452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1874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 the 30% set  AND  p_r3_wrong &gt; 0.53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788920"/>
            <a:ext cx="5166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R3's existing verdict. ACC → INACC, INACC → ACC. Confidence trail attached.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771900"/>
            <a:ext cx="5532120" cy="24003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771900"/>
            <a:ext cx="5532120" cy="5943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97280" y="37719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Existing R3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166360" y="393649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39364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45491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" y="454914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05840" y="45491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p_r3_wrong &lt; 0.15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51892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" y="5463540"/>
            <a:ext cx="5166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R3's verdict unchanged. The agreement zone is protected.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3771900"/>
            <a:ext cx="5532120" cy="24003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17920" y="3771900"/>
            <a:ext cx="5532120" cy="594360"/>
          </a:xfrm>
          <a:prstGeom prst="roundRect">
            <a:avLst>
              <a:gd name="adj" fmla="val 1538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55080" y="3840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55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03720" y="37719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0972800" y="393649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972800" y="39364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45491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20840" y="454914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12280" y="45491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p_r3_wrong  ∈  [0.14, 0.54]  AND not selected for call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00800" y="51892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0" y="5463540"/>
            <a:ext cx="5166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can't confidently decide. Mark for analyst review or next batch retraining cycle.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Safety Net — Force ACCURATE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that rescue false negatives. EDA and SHAP both confirm these patterns.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749040" cy="44348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749040" cy="5943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77724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#1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097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claims at the same ZIP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10312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 billed at this exact ZIP in last 90 days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billing IS proof of address. Half the time R3 says "remove," claims prove R3 is wrong (EDA #5).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46634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663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ACCURATE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1097280"/>
            <a:ext cx="3749040" cy="44348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51960" y="1097280"/>
            <a:ext cx="3749040" cy="5943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0" y="1234440"/>
            <a:ext cx="77724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0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#2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097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INACC + claims corroborate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210312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feat_r3ina_x_claims_corroborate = 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3484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32004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said INACCURATE, but claims billing matches the exact street + ZIP. Direct rescue of false negative.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46634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34840" y="4663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ACCURATE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2440" y="1097280"/>
            <a:ext cx="3749040" cy="44348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92440" y="1097280"/>
            <a:ext cx="3749040" cy="5943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1234440"/>
            <a:ext cx="77724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#3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98280" y="1097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web evidence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7532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75320" y="210312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3 distinct web sources confirm same address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7532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75320" y="32004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org website, provider website, AND aggregators all converge, evidence is too strong to override.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75320" y="46634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75320" y="4663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ACCURATE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5669280"/>
            <a:ext cx="11338560" cy="502920"/>
          </a:xfrm>
          <a:prstGeom prst="roundRect">
            <a:avLst>
              <a:gd name="adj" fmla="val 14545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1480" y="56692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YAML-configured. Operations can toggle individual rules without redeploying code. Every flip carries reason code + SHAP trail.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Safety Net — Force INACCURATE &amp; Zone-1 Protection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rules that catch false positives. Plus a hard veto that lifts Zone 1 from 91% to 95%+.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7889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 #1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deactivated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npi_status = inactive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INACCURATE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097280"/>
            <a:ext cx="27889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109728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097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 #2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1645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from 2+ different ZIPs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19456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2194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distinct_zips ≥ 2 AND none match R3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has moved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29000" y="306324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INACCURATE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097280"/>
            <a:ext cx="27889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109728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1097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 #3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1645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QC says "PROVIDER NOT FOUND"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19456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2194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human override flag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human signal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306324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INACCURATE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1097280"/>
            <a:ext cx="27889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052560" y="109728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0" y="1097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 #4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89720" y="1645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mismatch + empty Web QC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89720" y="2194560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235440" y="2194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#4 — 74% confirmed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18972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data signal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89720" y="306324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8972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INACCURATE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3840480"/>
            <a:ext cx="113385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11480" y="3840480"/>
            <a:ext cx="1133856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" y="38404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Zone-1 Protection — the Hard Veto Rule (lifts 91.3% → 95%+)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94360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" y="48006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152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flags R3 as wrong when R3 was actually right. 107 false alarms at threshold 0.330.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251960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51960" y="48006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38912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feat_state_high_risk fires too broadly on NY providers. feat_claims_n pushes toward wrong even when claims match.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909560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Rule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909560" y="48006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04672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R3_score ≥ 90 AND p_wrong &lt; 0.75 → KEEP R3 verdict regardless of model output.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 — Numbers That Matter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performance, business impact, and constraints honored.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57784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R3 Error Detection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584960" cy="1417320"/>
          </a:xfrm>
          <a:prstGeom prst="roundRect">
            <a:avLst>
              <a:gd name="adj" fmla="val 3871"/>
            </a:avLst>
          </a:prstGeom>
          <a:solidFill>
            <a:srgbClr val="DDEBF7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158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140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 (±0.019)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3640" y="1874520"/>
            <a:ext cx="1584960" cy="1417320"/>
          </a:xfrm>
          <a:prstGeom prst="roundRect">
            <a:avLst>
              <a:gd name="adj" fmla="val 3871"/>
            </a:avLst>
          </a:prstGeom>
          <a:solidFill>
            <a:srgbClr val="DDEBF7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53640" y="2011680"/>
            <a:ext cx="158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45080" y="2743200"/>
            <a:ext cx="140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Top-200 precision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21480" y="1874520"/>
            <a:ext cx="1584960" cy="1417320"/>
          </a:xfrm>
          <a:prstGeom prst="roundRect">
            <a:avLst>
              <a:gd name="adj" fmla="val 3871"/>
            </a:avLst>
          </a:prstGeom>
          <a:solidFill>
            <a:srgbClr val="DDEBF7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21480" y="2011680"/>
            <a:ext cx="158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12920" y="2743200"/>
            <a:ext cx="140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Top-450 precision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09728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1097280"/>
            <a:ext cx="557784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10972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Call Conclusivity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46520" y="1874520"/>
            <a:ext cx="1584960" cy="1417320"/>
          </a:xfrm>
          <a:prstGeom prst="roundRect">
            <a:avLst>
              <a:gd name="adj" fmla="val 387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2011680"/>
            <a:ext cx="158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537960" y="2743200"/>
            <a:ext cx="140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 (±0.011)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14360" y="1874520"/>
            <a:ext cx="1584960" cy="1417320"/>
          </a:xfrm>
          <a:prstGeom prst="roundRect">
            <a:avLst>
              <a:gd name="adj" fmla="val 387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14360" y="2011680"/>
            <a:ext cx="158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05800" y="2743200"/>
            <a:ext cx="140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982200" y="1874520"/>
            <a:ext cx="1584960" cy="1417320"/>
          </a:xfrm>
          <a:prstGeom prst="roundRect">
            <a:avLst>
              <a:gd name="adj" fmla="val 387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82200" y="2011680"/>
            <a:ext cx="158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0073640" y="2743200"/>
            <a:ext cx="140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84048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840480"/>
            <a:ext cx="5577840" cy="50292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840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4572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 to +17 pp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514600" y="4572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accuracy lift over baseline R3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rules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514600" y="5120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EDA-derived, each with strong correlation evidence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" y="5669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514600" y="5669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robocall spend (450 × $0.50)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84048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0B3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72200" y="3840480"/>
            <a:ext cx="5577840" cy="502920"/>
          </a:xfrm>
          <a:prstGeom prst="roundRect">
            <a:avLst>
              <a:gd name="adj" fmla="val 18182"/>
            </a:avLst>
          </a:prstGeom>
          <a:solidFill>
            <a:srgbClr val="0B3A8B"/>
          </a:solidFill>
          <a:ln w="12700">
            <a:solidFill>
              <a:srgbClr val="0B3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72200" y="3840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Honored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46520" y="4572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75320" y="4572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sent to calling — hard cap satisfied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46520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75320" y="5120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protection after veto rule (was 91.3%)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46520" y="5669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75320" y="5669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no overfit detected on holdout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3A8B">
              <a:alpha val="50000"/>
            </a:srgbClr>
          </a:solidFill>
          <a:ln w="12700">
            <a:solidFill>
              <a:srgbClr val="0B3A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0" y="4846320"/>
            <a:ext cx="3931920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Last Mile  ·  Bridging the R3 Accuracy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3317</Words>
  <Application>Microsoft Macintosh PowerPoint</Application>
  <PresentationFormat>Widescreen</PresentationFormat>
  <Paragraphs>561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the Last Mile — Bridging the R3 Accuracy Gap</dc:title>
  <dc:subject>PptxGenJS Presentation</dc:subject>
  <dc:creator>HiLabs Hackathon Team</dc:creator>
  <cp:lastModifiedBy>Kushal Gupta</cp:lastModifiedBy>
  <cp:revision>1</cp:revision>
  <dcterms:created xsi:type="dcterms:W3CDTF">2026-05-10T14:54:12Z</dcterms:created>
  <dcterms:modified xsi:type="dcterms:W3CDTF">2026-05-11T17:11:39Z</dcterms:modified>
</cp:coreProperties>
</file>